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Bitter Medium"/>
      <p:regular r:id="rId11"/>
    </p:embeddedFont>
    <p:embeddedFont>
      <p:font typeface="Bitter Medium"/>
      <p:regular r:id="rId12"/>
    </p:embeddedFont>
    <p:embeddedFont>
      <p:font typeface="Bitter Medium"/>
      <p:regular r:id="rId13"/>
    </p:embeddedFont>
    <p:embeddedFont>
      <p:font typeface="Bitter Medium"/>
      <p:regular r:id="rId14"/>
    </p:embeddedFont>
    <p:embeddedFont>
      <p:font typeface="Open Sans"/>
      <p:regular r:id="rId15"/>
    </p:embeddedFont>
    <p:embeddedFont>
      <p:font typeface="Open Sans"/>
      <p:regular r:id="rId16"/>
    </p:embeddedFont>
    <p:embeddedFont>
      <p:font typeface="Open Sans"/>
      <p:regular r:id="rId17"/>
    </p:embeddedFont>
    <p:embeddedFont>
      <p:font typeface="Open Sans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88" y="1784271"/>
            <a:ext cx="4919305" cy="466105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23626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Emotion Recognition using CNN (FER2013)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387096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Problem Statement</a:t>
            </a:r>
            <a:endParaRPr lang="en-US" sz="3550" dirty="0"/>
          </a:p>
        </p:txBody>
      </p:sp>
      <p:sp>
        <p:nvSpPr>
          <p:cNvPr id="6" name="Text 2"/>
          <p:cNvSpPr/>
          <p:nvPr/>
        </p:nvSpPr>
        <p:spPr>
          <a:xfrm>
            <a:off x="6280190" y="477809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Facial emotion recognition aims to identify human emotions from facial images. This is a challenging real-world image processing problem due to subtle expressions, low image quality, and facial variations.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5281"/>
            <a:ext cx="1160311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Algorithm Used – </a:t>
            </a:r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D2600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Convolutional Neural Network (CNN)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4292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Why CNN?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103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Images are made of pixels, not simple numbers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525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CNNs are designed specifically for image data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947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automatically learn important visual features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429232"/>
            <a:ext cx="35121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How CNN Works (3 Stages)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0387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99521" y="3393758"/>
            <a:ext cx="6244709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0" name="Text 8"/>
          <p:cNvSpPr/>
          <p:nvPr/>
        </p:nvSpPr>
        <p:spPr>
          <a:xfrm>
            <a:off x="7599521" y="356806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Detection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3278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4682847"/>
            <a:ext cx="6244709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3" name="Text 11"/>
          <p:cNvSpPr/>
          <p:nvPr/>
        </p:nvSpPr>
        <p:spPr>
          <a:xfrm>
            <a:off x="7599521" y="48571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Reduction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61689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599521" y="5971937"/>
            <a:ext cx="6244709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6" name="Text 14"/>
          <p:cNvSpPr/>
          <p:nvPr/>
        </p:nvSpPr>
        <p:spPr>
          <a:xfrm>
            <a:off x="7599521" y="614624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3436"/>
            <a:ext cx="502991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Used – </a:t>
            </a:r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D2600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FER2013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85724"/>
            <a:ext cx="6244709" cy="51652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1957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FER2013 Dataset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2538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facial emotion dataset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2980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48×48 grayscale images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3422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emotion classes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38651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Collected from real-world conditions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4454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Expected Accuracy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50359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Emotion recognition is a difficult task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54781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50–60% accuracy is considered reasonable for FER2013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57187"/>
            <a:ext cx="626614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Methodology &amp; Key Learnings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277791"/>
            <a:ext cx="6407944" cy="2694503"/>
          </a:xfrm>
          <a:prstGeom prst="roundRect">
            <a:avLst>
              <a:gd name="adj" fmla="val 5430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277791"/>
            <a:ext cx="121920" cy="2694503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5350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02550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 preprocessing and normalization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4467701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augmentation to improve learning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42524" y="4909899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model training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42524" y="535209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Emotion prediction on new images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277791"/>
            <a:ext cx="6408063" cy="2694503"/>
          </a:xfrm>
          <a:prstGeom prst="roundRect">
            <a:avLst>
              <a:gd name="adj" fmla="val 5430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98067" y="3277791"/>
            <a:ext cx="121920" cy="2694503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7282" y="35350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Learnings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7282" y="402550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CNNs process images step by step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777282" y="4467701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Importance of data quality and preprocessing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777282" y="4909899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image tasks are challenging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2025-12-31T18:32:12Z</dcterms:created>
  <dcterms:modified xsi:type="dcterms:W3CDTF">2025-12-31T18:32:12Z</dcterms:modified>
</cp:coreProperties>
</file>